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22"/>
    <p:sldId id="275" r:id="rId23"/>
    <p:sldId id="276" r:id="rId24"/>
    <p:sldId id="277" r:id="rId20"/>
    <p:sldId id="272" r:id="rId1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9" Type="http://schemas.openxmlformats.org/officeDocument/2006/relationships/slide" Target="slides/slide21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B6B7E3-6ACC-424B-9F46-13E3E41DFF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굴림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굴림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굴림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굴림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굴림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굴림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굴림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굴림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굴림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400" spc="-1" strike="noStrike">
                <a:solidFill>
                  <a:srgbClr val="000000"/>
                </a:solidFill>
                <a:latin typeface="굴림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400" spc="-1" strike="noStrike">
                <a:solidFill>
                  <a:srgbClr val="000000"/>
                </a:solidFill>
                <a:latin typeface="굴림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400" spc="-1" strike="noStrike">
                <a:solidFill>
                  <a:srgbClr val="000000"/>
                </a:solidFill>
                <a:latin typeface="굴림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400" spc="-1" strike="noStrike">
                <a:solidFill>
                  <a:srgbClr val="000000"/>
                </a:solidFill>
                <a:latin typeface="굴림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400" spc="-1" strike="noStrike">
                <a:solidFill>
                  <a:srgbClr val="000000"/>
                </a:solidFill>
                <a:latin typeface="굴림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36EF35-8E52-4510-928D-65FDF6CBACE3}" type="slidenum">
              <a:rPr b="0" lang="ko-KR" sz="1400" spc="-1" strike="noStrike">
                <a:solidFill>
                  <a:srgbClr val="000000"/>
                </a:solidFill>
                <a:latin typeface="굴림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2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324000" y="452520"/>
            <a:ext cx="8503920" cy="595296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6300720" y="5950080"/>
            <a:ext cx="237672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3124080" y="1676520"/>
            <a:ext cx="304920" cy="38088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27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35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39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grpSp>
        <p:nvGrpSpPr>
          <p:cNvPr id="43" name=""/>
          <p:cNvGrpSpPr/>
          <p:nvPr/>
        </p:nvGrpSpPr>
        <p:grpSpPr>
          <a:xfrm>
            <a:off x="8077320" y="2362320"/>
            <a:ext cx="533160" cy="228600"/>
            <a:chOff x="8077320" y="2362320"/>
            <a:chExt cx="533160" cy="228600"/>
          </a:xfrm>
        </p:grpSpPr>
        <p:sp>
          <p:nvSpPr>
            <p:cNvPr id="44" name=""/>
            <p:cNvSpPr/>
            <p:nvPr/>
          </p:nvSpPr>
          <p:spPr>
            <a:xfrm>
              <a:off x="8077320" y="2362320"/>
              <a:ext cx="228600" cy="228600"/>
            </a:xfrm>
            <a:prstGeom prst="flowChartConnector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굴림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381880" y="2362320"/>
              <a:ext cx="228600" cy="228600"/>
            </a:xfrm>
            <a:prstGeom prst="flowChartConnector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굴림"/>
              </a:endParaRPr>
            </a:p>
          </p:txBody>
        </p:sp>
      </p:grpSp>
      <p:sp>
        <p:nvSpPr>
          <p:cNvPr id="46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grpSp>
        <p:nvGrpSpPr>
          <p:cNvPr id="54" name=""/>
          <p:cNvGrpSpPr/>
          <p:nvPr/>
        </p:nvGrpSpPr>
        <p:grpSpPr>
          <a:xfrm>
            <a:off x="8077320" y="2362320"/>
            <a:ext cx="533160" cy="228600"/>
            <a:chOff x="8077320" y="2362320"/>
            <a:chExt cx="533160" cy="228600"/>
          </a:xfrm>
        </p:grpSpPr>
        <p:sp>
          <p:nvSpPr>
            <p:cNvPr id="55" name=""/>
            <p:cNvSpPr/>
            <p:nvPr/>
          </p:nvSpPr>
          <p:spPr>
            <a:xfrm>
              <a:off x="8077320" y="2362320"/>
              <a:ext cx="228600" cy="228600"/>
            </a:xfrm>
            <a:prstGeom prst="flowChartConnector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굴림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381880" y="2362320"/>
              <a:ext cx="228600" cy="228600"/>
            </a:xfrm>
            <a:prstGeom prst="flowChartConnector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굴림"/>
              </a:endParaRPr>
            </a:p>
          </p:txBody>
        </p:sp>
      </p:grpSp>
      <p:sp>
        <p:nvSpPr>
          <p:cNvPr id="57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0" y="452520"/>
            <a:ext cx="8504280" cy="5952960"/>
          </a:xfrm>
          <a:prstGeom prst="rect">
            <a:avLst/>
          </a:prstGeom>
        </p:spPr>
      </p:pic>
      <p:pic>
        <p:nvPicPr>
          <p:cNvPr id="3" name="Picture 2" descr="a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02" y="1645920"/>
            <a:ext cx="1995714" cy="201168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pic>
        <p:nvPicPr>
          <p:cNvPr id="4" name="Picture 3" descr="a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731" y="1645920"/>
            <a:ext cx="1947817" cy="201168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pic>
        <p:nvPicPr>
          <p:cNvPr id="5" name="Picture 4" descr="a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47" y="3794760"/>
            <a:ext cx="1899025" cy="201168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pic>
        <p:nvPicPr>
          <p:cNvPr id="6" name="Picture 5" descr="a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3884938"/>
            <a:ext cx="2011680" cy="1831322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34840" y="4663440"/>
            <a:ext cx="4206240" cy="1143000"/>
          </a:xfrm>
          <a:prstGeom prst="rect">
            <a:avLst/>
          </a:prstGeom>
          <a:noFill/>
        </p:spPr>
        <p:txBody>
          <a:bodyPr wrap="square" lIns="0" rIns="0" anchor="b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같은 간격의 반복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일정하게 줄어드는 크기</a:t>
            </a:r>
          </a:p>
          <a:p>
            <a:pPr algn="r">
              <a:spcBef>
                <a:spcPts val="400"/>
              </a:spcBef>
            </a:pPr>
            <a:r>
              <a:rPr sz="2000" b="1">
                <a:solidFill>
                  <a:srgbClr val="111111"/>
                </a:solidFill>
                <a:latin typeface="맑은 고딕"/>
              </a:rPr>
              <a:t>학생 작품 예시 ① 정렬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0" y="452520"/>
            <a:ext cx="8504280" cy="595296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632704" cy="42245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434840" y="4663440"/>
            <a:ext cx="4206240" cy="1143000"/>
          </a:xfrm>
          <a:prstGeom prst="rect">
            <a:avLst/>
          </a:prstGeom>
          <a:noFill/>
        </p:spPr>
        <p:txBody>
          <a:bodyPr wrap="square" lIns="0" rIns="0" anchor="b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정렬 · 긴장 · 증가를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단어마다 두 가지 방식으로</a:t>
            </a:r>
          </a:p>
          <a:p>
            <a:pPr algn="r">
              <a:spcBef>
                <a:spcPts val="400"/>
              </a:spcBef>
            </a:pPr>
            <a:r>
              <a:rPr sz="2000" b="1">
                <a:solidFill>
                  <a:srgbClr val="111111"/>
                </a:solidFill>
                <a:latin typeface="맑은 고딕"/>
              </a:rPr>
              <a:t>학생 작품 예시 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0" y="452520"/>
            <a:ext cx="8504280" cy="5952960"/>
          </a:xfrm>
          <a:prstGeom prst="rect">
            <a:avLst/>
          </a:prstGeom>
        </p:spPr>
      </p:pic>
      <p:pic>
        <p:nvPicPr>
          <p:cNvPr id="3" name="Picture 2" descr="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981258" cy="406908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pic>
        <p:nvPicPr>
          <p:cNvPr id="4" name="Picture 3" descr="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645920"/>
            <a:ext cx="1654569" cy="178308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pic>
        <p:nvPicPr>
          <p:cNvPr id="5" name="Picture 4" descr="c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645920"/>
            <a:ext cx="1573305" cy="178308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434840" y="4663440"/>
            <a:ext cx="4206240" cy="1143000"/>
          </a:xfrm>
          <a:prstGeom prst="rect">
            <a:avLst/>
          </a:prstGeom>
          <a:noFill/>
        </p:spPr>
        <p:txBody>
          <a:bodyPr wrap="square" lIns="0" rIns="0" anchor="b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기울어진 상자, 아슬아슬한 받침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사각형 4개만으로도 떨어질 것 같은 느낌</a:t>
            </a:r>
          </a:p>
          <a:p>
            <a:pPr algn="r">
              <a:spcBef>
                <a:spcPts val="400"/>
              </a:spcBef>
            </a:pPr>
            <a:r>
              <a:rPr sz="2000" b="1">
                <a:solidFill>
                  <a:srgbClr val="111111"/>
                </a:solidFill>
                <a:latin typeface="맑은 고딕"/>
              </a:rPr>
              <a:t>학생 작품 예시 ③ 긴장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0" y="452520"/>
            <a:ext cx="8504280" cy="59529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3005032" cy="4251960"/>
          </a:xfrm>
          <a:prstGeom prst="rect">
            <a:avLst/>
          </a:prstGeom>
          <a:ln w="9525">
            <a:solidFill>
              <a:srgbClr val="888888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560" y="1600200"/>
            <a:ext cx="3005032" cy="4251960"/>
          </a:xfrm>
          <a:prstGeom prst="rect">
            <a:avLst/>
          </a:prstGeom>
          <a:ln w="9525">
            <a:solidFill>
              <a:srgbClr val="88888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12279" y="3657600"/>
            <a:ext cx="1828800" cy="2194560"/>
          </a:xfrm>
          <a:prstGeom prst="rect">
            <a:avLst/>
          </a:prstGeom>
          <a:noFill/>
        </p:spPr>
        <p:txBody>
          <a:bodyPr wrap="square" lIns="0" rIns="0" anchor="b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단어마다 두 칸씩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① 평면  ② 입체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마지막 2칸은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내가 정한 주제</a:t>
            </a:r>
          </a:p>
          <a:p>
            <a:pPr algn="r"/>
            <a:r>
              <a:rPr sz="1100">
                <a:solidFill>
                  <a:srgbClr val="222222"/>
                </a:solidFill>
                <a:latin typeface="맑은 고딕"/>
              </a:rPr>
              <a:t>사각형은 최대 4개</a:t>
            </a:r>
          </a:p>
          <a:p>
            <a:pPr algn="r">
              <a:spcBef>
                <a:spcPts val="400"/>
              </a:spcBef>
            </a:pPr>
            <a:r>
              <a:rPr sz="2000" b="1">
                <a:solidFill>
                  <a:srgbClr val="111111"/>
                </a:solidFill>
                <a:latin typeface="맑은 고딕"/>
              </a:rPr>
              <a:t>활동지</a:t>
            </a:r>
          </a:p>
          <a:p>
            <a:pPr algn="r"/>
            <a:r>
              <a:rPr sz="2000" b="1">
                <a:solidFill>
                  <a:srgbClr val="111111"/>
                </a:solidFill>
                <a:latin typeface="맑은 고딕"/>
              </a:rPr>
              <a:t>작성 예시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굴림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318960" y="452520"/>
            <a:ext cx="8504280" cy="595296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6372360" y="5950080"/>
            <a:ext cx="2376360" cy="358560"/>
          </a:xfrm>
          <a:prstGeom prst="flowChartProcess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2007-06-27T16:51:10Z</dcterms:created>
  <dc:creator>OEM</dc:creator>
  <dc:description/>
  <dc:language>en-US</dc:language>
  <cp:lastModifiedBy>Windows XP</cp:lastModifiedBy>
  <dcterms:modified xsi:type="dcterms:W3CDTF">2009-09-01T16:47:03Z</dcterms:modified>
  <cp:revision>19</cp:revision>
  <dc:subject/>
  <dc:title>PowerPoint 프레젠테이션</dc:title>
</cp:coreProperties>
</file>